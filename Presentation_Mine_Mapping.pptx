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04FA9582-5BED-4927-978A-FFD6C358AAC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C85EDD24-F506-4CFA-9FC9-61FDC58405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9582-5BED-4927-978A-FFD6C358AAC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DD24-F506-4CFA-9FC9-61FDC58405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9582-5BED-4927-978A-FFD6C358AAC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DD24-F506-4CFA-9FC9-61FDC58405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9582-5BED-4927-978A-FFD6C358AAC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DD24-F506-4CFA-9FC9-61FDC58405A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9582-5BED-4927-978A-FFD6C358AAC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DD24-F506-4CFA-9FC9-61FDC58405A6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9582-5BED-4927-978A-FFD6C358AAC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DD24-F506-4CFA-9FC9-61FDC58405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9582-5BED-4927-978A-FFD6C358AAC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DD24-F506-4CFA-9FC9-61FDC58405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04FA9582-5BED-4927-978A-FFD6C358AAC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C85EDD24-F506-4CFA-9FC9-61FDC58405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04FA9582-5BED-4927-978A-FFD6C358AAC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C85EDD24-F506-4CFA-9FC9-61FDC58405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9582-5BED-4927-978A-FFD6C358AAC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DD24-F506-4CFA-9FC9-61FDC58405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9582-5BED-4927-978A-FFD6C358AAC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DD24-F506-4CFA-9FC9-61FDC58405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04FA9582-5BED-4927-978A-FFD6C358AAC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C85EDD24-F506-4CFA-9FC9-61FDC58405A6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02624" cy="1730623"/>
          </a:xfrm>
        </p:spPr>
        <p:txBody>
          <a:bodyPr>
            <a:noAutofit/>
          </a:bodyPr>
          <a:lstStyle/>
          <a:p>
            <a:r>
              <a:rPr lang="ru-RU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цифровых карт шахты с помощью </a:t>
            </a:r>
            <a:r>
              <a:rPr lang="en-US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ru-RU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или фотограмметрии</a:t>
            </a:r>
            <a:endParaRPr lang="ru-RU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Свобода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Сорокина Яна Игоревна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ГиН-24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615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 проекта и роли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Участники: Сорокина Яна Игоревна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Роли: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нализ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предметной области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зучение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фотограмметрии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 обработки данных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 модели шахты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GitHub-репозитория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презентации и демонстрационных материалов.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07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 проекта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Традиционные методы съемки шахт имеют ряд недостатков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трудоемкость;</a:t>
            </a:r>
          </a:p>
          <a:p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Длительное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проведения измерений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Ограниченная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детализация объектов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мониторинга состояния выработок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персонала при проведении обследований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Современные технологии позволяют создавать цифровые модели шахт с высокой точностью и минимальным участием человека.</a:t>
            </a:r>
            <a:endParaRPr lang="ru-RU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433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проекта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</a:p>
          <a:p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цифровой модели шахты на основе технологий </a:t>
            </a:r>
            <a:r>
              <a:rPr lang="ru-RU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фотограмметрии.</a:t>
            </a:r>
          </a:p>
          <a:p>
            <a:pPr marL="0" indent="0">
              <a:buNone/>
            </a:pP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 </a:t>
            </a:r>
            <a:r>
              <a:rPr lang="ru-RU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фотограмметрии</a:t>
            </a: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Рассмотреть 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подготовки оборудования</a:t>
            </a: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Смоделировать 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получения облака точек</a:t>
            </a: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3D-модели средствами </a:t>
            </a:r>
            <a:r>
              <a:rPr lang="ru-RU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 применения цифровых моделей в горной промышленности.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6607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628800"/>
            <a:ext cx="8229600" cy="4925144"/>
          </a:xfrm>
        </p:spPr>
        <p:txBody>
          <a:bodyPr>
            <a:normAutofit/>
          </a:bodyPr>
          <a:lstStyle/>
          <a:p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Ranging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)- технология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лазерного сканирования объектов.</a:t>
            </a: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работы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Лазерный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луч направляется на объект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Измеряется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возврата сигнала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Вычисляются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координаты точки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облако точек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Быстрое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данных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 в сложных условиях.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/>
          </a:p>
          <a:p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125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Фотограмметрия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5656" y="1844824"/>
            <a:ext cx="6196405" cy="4104456"/>
          </a:xfrm>
        </p:spPr>
        <p:txBody>
          <a:bodyPr>
            <a:no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Фотограмметрия- метод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построения трехмерных моделей по набору фотографий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Этапы: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съемки объекта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совпадающих точек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облака точек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 модели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оборудования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дронов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информативность результатов.</a:t>
            </a:r>
          </a:p>
        </p:txBody>
      </p:sp>
    </p:spTree>
    <p:extLst>
      <p:ext uri="{BB962C8B-B14F-4D97-AF65-F5344CB8AC3E}">
        <p14:creationId xmlns:p14="http://schemas.microsoft.com/office/powerpoint/2010/main" val="538141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реализации проекта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оборудования и планирование съемки.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исходных данных.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облака точек.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данных средствами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трехмерной модели.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6503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реализация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1628800"/>
            <a:ext cx="8229600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технологии: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Notebook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проекта реализовано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облака точек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пространственных данных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трехмерной модели шахтного ствола.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208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548681"/>
            <a:ext cx="6965245" cy="1008112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3648" y="1412776"/>
            <a:ext cx="6196405" cy="2304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Получена демонстрационная трехмерная модель облака точек, имитирующая результат лазерного сканирования горной выработки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091" y="2420888"/>
            <a:ext cx="3782696" cy="341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47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548680"/>
            <a:ext cx="6965245" cy="1202485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5656" y="1343427"/>
            <a:ext cx="6196405" cy="3603812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пространственных данных построена трехмерная модель шахтного ствола.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демонстрирует принципы создания цифрового двойника горного объекта.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780928"/>
            <a:ext cx="3690410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49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результатов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результаты показали возможность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визуализации пространственных данных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построения цифровых моделей объектов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применения технологий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фотограмметрии в горной отрасли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дальнейшего развития проекта до полноценного цифрового двойника шахты.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1451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и перспективы развития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1628800"/>
            <a:ext cx="7704856" cy="432048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ходе работы: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технологии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фотограмметрии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демонстрационный прототип цифровой модели шахты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подготовлены материалы для демонстрации решения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реальных данных сканирования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БПЛА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обновление цифровой модели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полноценного цифрового двойника шахты.</a:t>
            </a:r>
          </a:p>
        </p:txBody>
      </p:sp>
    </p:spTree>
    <p:extLst>
      <p:ext uri="{BB962C8B-B14F-4D97-AF65-F5344CB8AC3E}">
        <p14:creationId xmlns:p14="http://schemas.microsoft.com/office/powerpoint/2010/main" val="3440663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нопка">
  <a:themeElements>
    <a:clrScheme name="Литейная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Кнопка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нопк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98</TotalTime>
  <Words>438</Words>
  <Application>Microsoft Office PowerPoint</Application>
  <PresentationFormat>Экран (4:3)</PresentationFormat>
  <Paragraphs>93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Кнопка</vt:lpstr>
      <vt:lpstr>Создание цифровых карт шахты с помощью LIDAR или фотограмметрии</vt:lpstr>
      <vt:lpstr>Участники проекта и роли</vt:lpstr>
      <vt:lpstr>Проблематика проекта</vt:lpstr>
      <vt:lpstr>Цель и задачи проекта</vt:lpstr>
      <vt:lpstr>Что такое LiDAR</vt:lpstr>
      <vt:lpstr>Фотограмметрия</vt:lpstr>
      <vt:lpstr>Этапы реализации проекта</vt:lpstr>
      <vt:lpstr>Программная реализация </vt:lpstr>
      <vt:lpstr>Результаты</vt:lpstr>
      <vt:lpstr>Результаты</vt:lpstr>
      <vt:lpstr>Оценка результатов</vt:lpstr>
      <vt:lpstr>Выводы и перспективы развития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цифровых карт шахты с помощью LIDAR или фотограмметрии</dc:title>
  <dc:creator>Хозяин</dc:creator>
  <cp:lastModifiedBy>Хозяин</cp:lastModifiedBy>
  <cp:revision>8</cp:revision>
  <dcterms:created xsi:type="dcterms:W3CDTF">2026-06-20T10:21:45Z</dcterms:created>
  <dcterms:modified xsi:type="dcterms:W3CDTF">2026-06-20T12:41:46Z</dcterms:modified>
</cp:coreProperties>
</file>